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348" r:id="rId2"/>
    <p:sldId id="349" r:id="rId3"/>
    <p:sldId id="367" r:id="rId4"/>
    <p:sldId id="363" r:id="rId5"/>
    <p:sldId id="364" r:id="rId6"/>
    <p:sldId id="361" r:id="rId7"/>
    <p:sldId id="365" r:id="rId8"/>
    <p:sldId id="356" r:id="rId9"/>
    <p:sldId id="3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FB1"/>
    <a:srgbClr val="FF9180"/>
    <a:srgbClr val="FF4264"/>
    <a:srgbClr val="FFF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D622F4-09AA-4FFB-A142-585EC7DB1AED}" v="4" dt="2026-04-16T01:17:11.8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29" autoAdjust="0"/>
    <p:restoredTop sz="95015"/>
  </p:normalViewPr>
  <p:slideViewPr>
    <p:cSldViewPr snapToGrid="0" snapToObjects="1">
      <p:cViewPr>
        <p:scale>
          <a:sx n="78" d="100"/>
          <a:sy n="78" d="100"/>
        </p:scale>
        <p:origin x="259" y="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igui, Hichem" userId="9d7817c4-07f4-4f9e-9a31-9366e328ff7b" providerId="ADAL" clId="{4780B0C6-2EED-4631-8AA6-7A4C12F4A60A}"/>
    <pc:docChg chg="undo custSel addSld delSld modSld">
      <pc:chgData name="Frigui, Hichem" userId="9d7817c4-07f4-4f9e-9a31-9366e328ff7b" providerId="ADAL" clId="{4780B0C6-2EED-4631-8AA6-7A4C12F4A60A}" dt="2026-04-16T01:20:05.898" v="4571" actId="20577"/>
      <pc:docMkLst>
        <pc:docMk/>
      </pc:docMkLst>
      <pc:sldChg chg="modSp mod">
        <pc:chgData name="Frigui, Hichem" userId="9d7817c4-07f4-4f9e-9a31-9366e328ff7b" providerId="ADAL" clId="{4780B0C6-2EED-4631-8AA6-7A4C12F4A60A}" dt="2026-04-01T19:01:39.088" v="2707" actId="403"/>
        <pc:sldMkLst>
          <pc:docMk/>
          <pc:sldMk cId="10453655" sldId="349"/>
        </pc:sldMkLst>
        <pc:spChg chg="mod">
          <ac:chgData name="Frigui, Hichem" userId="9d7817c4-07f4-4f9e-9a31-9366e328ff7b" providerId="ADAL" clId="{4780B0C6-2EED-4631-8AA6-7A4C12F4A60A}" dt="2026-04-01T18:37:46.452" v="2000" actId="20577"/>
          <ac:spMkLst>
            <pc:docMk/>
            <pc:sldMk cId="10453655" sldId="349"/>
            <ac:spMk id="2" creationId="{E68F32F3-E2BF-4EE9-ABE0-5DAFBE1BBEA7}"/>
          </ac:spMkLst>
        </pc:spChg>
        <pc:spChg chg="mod">
          <ac:chgData name="Frigui, Hichem" userId="9d7817c4-07f4-4f9e-9a31-9366e328ff7b" providerId="ADAL" clId="{4780B0C6-2EED-4631-8AA6-7A4C12F4A60A}" dt="2026-04-01T19:01:39.088" v="2707" actId="403"/>
          <ac:spMkLst>
            <pc:docMk/>
            <pc:sldMk cId="10453655" sldId="349"/>
            <ac:spMk id="3" creationId="{EF699B68-9D55-44A2-8D73-4E7E918C5E55}"/>
          </ac:spMkLst>
        </pc:spChg>
      </pc:sldChg>
      <pc:sldChg chg="addSp delSp modSp del mod">
        <pc:chgData name="Frigui, Hichem" userId="9d7817c4-07f4-4f9e-9a31-9366e328ff7b" providerId="ADAL" clId="{4780B0C6-2EED-4631-8AA6-7A4C12F4A60A}" dt="2026-04-16T00:01:42.834" v="4261" actId="47"/>
        <pc:sldMkLst>
          <pc:docMk/>
          <pc:sldMk cId="3356903137" sldId="355"/>
        </pc:sldMkLst>
      </pc:sldChg>
      <pc:sldChg chg="addSp delSp modSp mod">
        <pc:chgData name="Frigui, Hichem" userId="9d7817c4-07f4-4f9e-9a31-9366e328ff7b" providerId="ADAL" clId="{4780B0C6-2EED-4631-8AA6-7A4C12F4A60A}" dt="2026-04-16T01:09:13.904" v="4398" actId="20577"/>
        <pc:sldMkLst>
          <pc:docMk/>
          <pc:sldMk cId="2412011957" sldId="356"/>
        </pc:sldMkLst>
        <pc:spChg chg="mod">
          <ac:chgData name="Frigui, Hichem" userId="9d7817c4-07f4-4f9e-9a31-9366e328ff7b" providerId="ADAL" clId="{4780B0C6-2EED-4631-8AA6-7A4C12F4A60A}" dt="2026-04-16T01:09:13.904" v="4398" actId="20577"/>
          <ac:spMkLst>
            <pc:docMk/>
            <pc:sldMk cId="2412011957" sldId="356"/>
            <ac:spMk id="3" creationId="{14A99CA4-B4C5-4496-84CF-9490543C2446}"/>
          </ac:spMkLst>
        </pc:spChg>
      </pc:sldChg>
      <pc:sldChg chg="addSp delSp modSp del mod">
        <pc:chgData name="Frigui, Hichem" userId="9d7817c4-07f4-4f9e-9a31-9366e328ff7b" providerId="ADAL" clId="{4780B0C6-2EED-4631-8AA6-7A4C12F4A60A}" dt="2026-04-16T01:09:31.236" v="4399" actId="47"/>
        <pc:sldMkLst>
          <pc:docMk/>
          <pc:sldMk cId="3579971032" sldId="357"/>
        </pc:sldMkLst>
      </pc:sldChg>
      <pc:sldChg chg="addSp delSp modSp del mod">
        <pc:chgData name="Frigui, Hichem" userId="9d7817c4-07f4-4f9e-9a31-9366e328ff7b" providerId="ADAL" clId="{4780B0C6-2EED-4631-8AA6-7A4C12F4A60A}" dt="2026-04-16T00:01:38.874" v="4260" actId="47"/>
        <pc:sldMkLst>
          <pc:docMk/>
          <pc:sldMk cId="2695439077" sldId="358"/>
        </pc:sldMkLst>
      </pc:sldChg>
      <pc:sldChg chg="addSp delSp modSp add del mod">
        <pc:chgData name="Frigui, Hichem" userId="9d7817c4-07f4-4f9e-9a31-9366e328ff7b" providerId="ADAL" clId="{4780B0C6-2EED-4631-8AA6-7A4C12F4A60A}" dt="2026-04-15T23:59:42.794" v="4215" actId="47"/>
        <pc:sldMkLst>
          <pc:docMk/>
          <pc:sldMk cId="1565013054" sldId="359"/>
        </pc:sldMkLst>
      </pc:sldChg>
      <pc:sldChg chg="addSp delSp modSp new del mod">
        <pc:chgData name="Frigui, Hichem" userId="9d7817c4-07f4-4f9e-9a31-9366e328ff7b" providerId="ADAL" clId="{4780B0C6-2EED-4631-8AA6-7A4C12F4A60A}" dt="2026-04-15T23:59:46.804" v="4216" actId="47"/>
        <pc:sldMkLst>
          <pc:docMk/>
          <pc:sldMk cId="3662531230" sldId="360"/>
        </pc:sldMkLst>
      </pc:sldChg>
      <pc:sldChg chg="addSp delSp modSp new mod">
        <pc:chgData name="Frigui, Hichem" userId="9d7817c4-07f4-4f9e-9a31-9366e328ff7b" providerId="ADAL" clId="{4780B0C6-2EED-4631-8AA6-7A4C12F4A60A}" dt="2026-04-16T00:02:37.090" v="4263" actId="20577"/>
        <pc:sldMkLst>
          <pc:docMk/>
          <pc:sldMk cId="2253844321" sldId="361"/>
        </pc:sldMkLst>
        <pc:spChg chg="mod">
          <ac:chgData name="Frigui, Hichem" userId="9d7817c4-07f4-4f9e-9a31-9366e328ff7b" providerId="ADAL" clId="{4780B0C6-2EED-4631-8AA6-7A4C12F4A60A}" dt="2026-04-01T18:52:52.509" v="2444" actId="404"/>
          <ac:spMkLst>
            <pc:docMk/>
            <pc:sldMk cId="2253844321" sldId="361"/>
            <ac:spMk id="2" creationId="{1C464BBF-664E-2D60-BAC2-BF96944B8C33}"/>
          </ac:spMkLst>
        </pc:spChg>
        <pc:spChg chg="mod">
          <ac:chgData name="Frigui, Hichem" userId="9d7817c4-07f4-4f9e-9a31-9366e328ff7b" providerId="ADAL" clId="{4780B0C6-2EED-4631-8AA6-7A4C12F4A60A}" dt="2026-04-16T00:02:37.090" v="4263" actId="20577"/>
          <ac:spMkLst>
            <pc:docMk/>
            <pc:sldMk cId="2253844321" sldId="361"/>
            <ac:spMk id="3" creationId="{00059F7E-90A4-9555-1CFD-FBC91B8980BD}"/>
          </ac:spMkLst>
        </pc:spChg>
      </pc:sldChg>
      <pc:sldChg chg="addSp delSp modSp add del mod">
        <pc:chgData name="Frigui, Hichem" userId="9d7817c4-07f4-4f9e-9a31-9366e328ff7b" providerId="ADAL" clId="{4780B0C6-2EED-4631-8AA6-7A4C12F4A60A}" dt="2026-04-15T23:59:50.570" v="4217" actId="47"/>
        <pc:sldMkLst>
          <pc:docMk/>
          <pc:sldMk cId="2811596784" sldId="362"/>
        </pc:sldMkLst>
      </pc:sldChg>
      <pc:sldChg chg="addSp delSp modSp add mod">
        <pc:chgData name="Frigui, Hichem" userId="9d7817c4-07f4-4f9e-9a31-9366e328ff7b" providerId="ADAL" clId="{4780B0C6-2EED-4631-8AA6-7A4C12F4A60A}" dt="2026-04-16T01:07:35.727" v="4386" actId="20577"/>
        <pc:sldMkLst>
          <pc:docMk/>
          <pc:sldMk cId="104950712" sldId="363"/>
        </pc:sldMkLst>
        <pc:spChg chg="mod">
          <ac:chgData name="Frigui, Hichem" userId="9d7817c4-07f4-4f9e-9a31-9366e328ff7b" providerId="ADAL" clId="{4780B0C6-2EED-4631-8AA6-7A4C12F4A60A}" dt="2026-04-01T18:21:08.290" v="1841" actId="20577"/>
          <ac:spMkLst>
            <pc:docMk/>
            <pc:sldMk cId="104950712" sldId="363"/>
            <ac:spMk id="2" creationId="{7FDFAC54-DB11-4427-F753-5B7D1AD3D08C}"/>
          </ac:spMkLst>
        </pc:spChg>
        <pc:spChg chg="mod">
          <ac:chgData name="Frigui, Hichem" userId="9d7817c4-07f4-4f9e-9a31-9366e328ff7b" providerId="ADAL" clId="{4780B0C6-2EED-4631-8AA6-7A4C12F4A60A}" dt="2026-04-16T01:07:35.727" v="4386" actId="20577"/>
          <ac:spMkLst>
            <pc:docMk/>
            <pc:sldMk cId="104950712" sldId="363"/>
            <ac:spMk id="3" creationId="{10143703-8DC9-0D92-6F07-1D05D0D2D175}"/>
          </ac:spMkLst>
        </pc:spChg>
        <pc:grpChg chg="mod">
          <ac:chgData name="Frigui, Hichem" userId="9d7817c4-07f4-4f9e-9a31-9366e328ff7b" providerId="ADAL" clId="{4780B0C6-2EED-4631-8AA6-7A4C12F4A60A}" dt="2026-04-02T13:50:57.507" v="3453"/>
          <ac:grpSpMkLst>
            <pc:docMk/>
            <pc:sldMk cId="104950712" sldId="363"/>
            <ac:grpSpMk id="41" creationId="{35948BDF-5882-6C57-9298-6386680E0B3D}"/>
          </ac:grpSpMkLst>
        </pc:grpChg>
        <pc:inkChg chg="add">
          <ac:chgData name="Frigui, Hichem" userId="9d7817c4-07f4-4f9e-9a31-9366e328ff7b" providerId="ADAL" clId="{4780B0C6-2EED-4631-8AA6-7A4C12F4A60A}" dt="2026-04-02T13:49:10.395" v="3419" actId="9405"/>
          <ac:inkMkLst>
            <pc:docMk/>
            <pc:sldMk cId="104950712" sldId="363"/>
            <ac:inkMk id="7" creationId="{F8CE1107-9A01-F82B-DCEB-B11AB2D220C7}"/>
          </ac:inkMkLst>
        </pc:inkChg>
        <pc:inkChg chg="add mod">
          <ac:chgData name="Frigui, Hichem" userId="9d7817c4-07f4-4f9e-9a31-9366e328ff7b" providerId="ADAL" clId="{4780B0C6-2EED-4631-8AA6-7A4C12F4A60A}" dt="2026-04-02T13:50:57.507" v="3453"/>
          <ac:inkMkLst>
            <pc:docMk/>
            <pc:sldMk cId="104950712" sldId="363"/>
            <ac:inkMk id="35" creationId="{AA26CC6B-AB46-B69E-8378-2488C934CD30}"/>
          </ac:inkMkLst>
        </pc:inkChg>
        <pc:inkChg chg="add mod">
          <ac:chgData name="Frigui, Hichem" userId="9d7817c4-07f4-4f9e-9a31-9366e328ff7b" providerId="ADAL" clId="{4780B0C6-2EED-4631-8AA6-7A4C12F4A60A}" dt="2026-04-02T13:50:57.507" v="3453"/>
          <ac:inkMkLst>
            <pc:docMk/>
            <pc:sldMk cId="104950712" sldId="363"/>
            <ac:inkMk id="36" creationId="{A974F7BA-C890-FF6D-58FC-376ACEE24056}"/>
          </ac:inkMkLst>
        </pc:inkChg>
        <pc:inkChg chg="add mod">
          <ac:chgData name="Frigui, Hichem" userId="9d7817c4-07f4-4f9e-9a31-9366e328ff7b" providerId="ADAL" clId="{4780B0C6-2EED-4631-8AA6-7A4C12F4A60A}" dt="2026-04-02T13:50:57.507" v="3453"/>
          <ac:inkMkLst>
            <pc:docMk/>
            <pc:sldMk cId="104950712" sldId="363"/>
            <ac:inkMk id="38" creationId="{D5A12D3E-867B-5689-6D09-6573BA189B1F}"/>
          </ac:inkMkLst>
        </pc:inkChg>
        <pc:inkChg chg="add mod">
          <ac:chgData name="Frigui, Hichem" userId="9d7817c4-07f4-4f9e-9a31-9366e328ff7b" providerId="ADAL" clId="{4780B0C6-2EED-4631-8AA6-7A4C12F4A60A}" dt="2026-04-02T13:50:57.507" v="3453"/>
          <ac:inkMkLst>
            <pc:docMk/>
            <pc:sldMk cId="104950712" sldId="363"/>
            <ac:inkMk id="39" creationId="{80701D30-5D89-62BF-465E-587D31F8C3B8}"/>
          </ac:inkMkLst>
        </pc:inkChg>
        <pc:inkChg chg="add">
          <ac:chgData name="Frigui, Hichem" userId="9d7817c4-07f4-4f9e-9a31-9366e328ff7b" providerId="ADAL" clId="{4780B0C6-2EED-4631-8AA6-7A4C12F4A60A}" dt="2026-04-02T13:50:56.591" v="3452" actId="9405"/>
          <ac:inkMkLst>
            <pc:docMk/>
            <pc:sldMk cId="104950712" sldId="363"/>
            <ac:inkMk id="40" creationId="{C7B4212A-5C79-6F56-4691-58B2D1B6232A}"/>
          </ac:inkMkLst>
        </pc:inkChg>
      </pc:sldChg>
      <pc:sldChg chg="addSp delSp modSp new mod">
        <pc:chgData name="Frigui, Hichem" userId="9d7817c4-07f4-4f9e-9a31-9366e328ff7b" providerId="ADAL" clId="{4780B0C6-2EED-4631-8AA6-7A4C12F4A60A}" dt="2026-04-16T01:12:13.535" v="4415" actId="403"/>
        <pc:sldMkLst>
          <pc:docMk/>
          <pc:sldMk cId="3243274873" sldId="364"/>
        </pc:sldMkLst>
        <pc:spChg chg="mod">
          <ac:chgData name="Frigui, Hichem" userId="9d7817c4-07f4-4f9e-9a31-9366e328ff7b" providerId="ADAL" clId="{4780B0C6-2EED-4631-8AA6-7A4C12F4A60A}" dt="2026-04-01T18:41:11.079" v="2021" actId="20577"/>
          <ac:spMkLst>
            <pc:docMk/>
            <pc:sldMk cId="3243274873" sldId="364"/>
            <ac:spMk id="2" creationId="{11B9AADF-AB9B-C143-AA8E-2B451A5E4F83}"/>
          </ac:spMkLst>
        </pc:spChg>
        <pc:spChg chg="mod">
          <ac:chgData name="Frigui, Hichem" userId="9d7817c4-07f4-4f9e-9a31-9366e328ff7b" providerId="ADAL" clId="{4780B0C6-2EED-4631-8AA6-7A4C12F4A60A}" dt="2026-04-16T01:12:13.535" v="4415" actId="403"/>
          <ac:spMkLst>
            <pc:docMk/>
            <pc:sldMk cId="3243274873" sldId="364"/>
            <ac:spMk id="3" creationId="{AD95FE5D-1C68-1EE9-019F-D9E60F9CD633}"/>
          </ac:spMkLst>
        </pc:spChg>
        <pc:inkChg chg="add">
          <ac:chgData name="Frigui, Hichem" userId="9d7817c4-07f4-4f9e-9a31-9366e328ff7b" providerId="ADAL" clId="{4780B0C6-2EED-4631-8AA6-7A4C12F4A60A}" dt="2026-04-02T13:54:56.131" v="3516" actId="9405"/>
          <ac:inkMkLst>
            <pc:docMk/>
            <pc:sldMk cId="3243274873" sldId="364"/>
            <ac:inkMk id="57" creationId="{FDE3FB0D-0947-CD74-954C-94658C52C42E}"/>
          </ac:inkMkLst>
        </pc:inkChg>
      </pc:sldChg>
      <pc:sldChg chg="addSp delSp modSp new mod">
        <pc:chgData name="Frigui, Hichem" userId="9d7817c4-07f4-4f9e-9a31-9366e328ff7b" providerId="ADAL" clId="{4780B0C6-2EED-4631-8AA6-7A4C12F4A60A}" dt="2026-04-02T14:26:24.995" v="3860" actId="478"/>
        <pc:sldMkLst>
          <pc:docMk/>
          <pc:sldMk cId="623559115" sldId="365"/>
        </pc:sldMkLst>
        <pc:spChg chg="mod">
          <ac:chgData name="Frigui, Hichem" userId="9d7817c4-07f4-4f9e-9a31-9366e328ff7b" providerId="ADAL" clId="{4780B0C6-2EED-4631-8AA6-7A4C12F4A60A}" dt="2026-04-01T18:57:12.187" v="2536" actId="404"/>
          <ac:spMkLst>
            <pc:docMk/>
            <pc:sldMk cId="623559115" sldId="365"/>
            <ac:spMk id="2" creationId="{197DEA9D-ABA5-3A82-15E3-291ED740C7C3}"/>
          </ac:spMkLst>
        </pc:spChg>
        <pc:spChg chg="mod">
          <ac:chgData name="Frigui, Hichem" userId="9d7817c4-07f4-4f9e-9a31-9366e328ff7b" providerId="ADAL" clId="{4780B0C6-2EED-4631-8AA6-7A4C12F4A60A}" dt="2026-04-01T18:59:58.844" v="2685" actId="20577"/>
          <ac:spMkLst>
            <pc:docMk/>
            <pc:sldMk cId="623559115" sldId="365"/>
            <ac:spMk id="3" creationId="{D2672A4A-24FF-3AA6-A833-5EB1958EC035}"/>
          </ac:spMkLst>
        </pc:spChg>
        <pc:grpChg chg="mod">
          <ac:chgData name="Frigui, Hichem" userId="9d7817c4-07f4-4f9e-9a31-9366e328ff7b" providerId="ADAL" clId="{4780B0C6-2EED-4631-8AA6-7A4C12F4A60A}" dt="2026-04-02T13:59:31.258" v="3593"/>
          <ac:grpSpMkLst>
            <pc:docMk/>
            <pc:sldMk cId="623559115" sldId="365"/>
            <ac:grpSpMk id="12" creationId="{B6578799-0E5A-70C0-66EF-34309FF57789}"/>
          </ac:grpSpMkLst>
        </pc:grpChg>
        <pc:inkChg chg="add mod">
          <ac:chgData name="Frigui, Hichem" userId="9d7817c4-07f4-4f9e-9a31-9366e328ff7b" providerId="ADAL" clId="{4780B0C6-2EED-4631-8AA6-7A4C12F4A60A}" dt="2026-04-02T13:59:31.258" v="3593"/>
          <ac:inkMkLst>
            <pc:docMk/>
            <pc:sldMk cId="623559115" sldId="365"/>
            <ac:inkMk id="10" creationId="{B00B1D9F-9C5D-E67B-01A5-5B89BEFEA223}"/>
          </ac:inkMkLst>
        </pc:inkChg>
        <pc:inkChg chg="add mod">
          <ac:chgData name="Frigui, Hichem" userId="9d7817c4-07f4-4f9e-9a31-9366e328ff7b" providerId="ADAL" clId="{4780B0C6-2EED-4631-8AA6-7A4C12F4A60A}" dt="2026-04-02T13:59:31.258" v="3593"/>
          <ac:inkMkLst>
            <pc:docMk/>
            <pc:sldMk cId="623559115" sldId="365"/>
            <ac:inkMk id="11" creationId="{CBD65CEB-A3CB-1D4B-F6DB-CEEB6E68E927}"/>
          </ac:inkMkLst>
        </pc:inkChg>
      </pc:sldChg>
      <pc:sldChg chg="addSp delSp modSp new del mod">
        <pc:chgData name="Frigui, Hichem" userId="9d7817c4-07f4-4f9e-9a31-9366e328ff7b" providerId="ADAL" clId="{4780B0C6-2EED-4631-8AA6-7A4C12F4A60A}" dt="2026-04-16T00:02:07.975" v="4262" actId="47"/>
        <pc:sldMkLst>
          <pc:docMk/>
          <pc:sldMk cId="1751217619" sldId="366"/>
        </pc:sldMkLst>
      </pc:sldChg>
      <pc:sldChg chg="modSp new mod">
        <pc:chgData name="Frigui, Hichem" userId="9d7817c4-07f4-4f9e-9a31-9366e328ff7b" providerId="ADAL" clId="{4780B0C6-2EED-4631-8AA6-7A4C12F4A60A}" dt="2026-04-16T01:10:30.329" v="4411" actId="20577"/>
        <pc:sldMkLst>
          <pc:docMk/>
          <pc:sldMk cId="1007847122" sldId="367"/>
        </pc:sldMkLst>
        <pc:spChg chg="mod">
          <ac:chgData name="Frigui, Hichem" userId="9d7817c4-07f4-4f9e-9a31-9366e328ff7b" providerId="ADAL" clId="{4780B0C6-2EED-4631-8AA6-7A4C12F4A60A}" dt="2026-04-16T01:10:30.329" v="4411" actId="20577"/>
          <ac:spMkLst>
            <pc:docMk/>
            <pc:sldMk cId="1007847122" sldId="367"/>
            <ac:spMk id="3" creationId="{CCB6D154-5B01-26D4-7861-3B6FAE564493}"/>
          </ac:spMkLst>
        </pc:spChg>
      </pc:sldChg>
      <pc:sldChg chg="modSp add mod">
        <pc:chgData name="Frigui, Hichem" userId="9d7817c4-07f4-4f9e-9a31-9366e328ff7b" providerId="ADAL" clId="{4780B0C6-2EED-4631-8AA6-7A4C12F4A60A}" dt="2026-04-16T01:20:05.898" v="4571" actId="20577"/>
        <pc:sldMkLst>
          <pc:docMk/>
          <pc:sldMk cId="659732792" sldId="368"/>
        </pc:sldMkLst>
        <pc:spChg chg="mod">
          <ac:chgData name="Frigui, Hichem" userId="9d7817c4-07f4-4f9e-9a31-9366e328ff7b" providerId="ADAL" clId="{4780B0C6-2EED-4631-8AA6-7A4C12F4A60A}" dt="2026-04-16T01:20:05.898" v="4571" actId="20577"/>
          <ac:spMkLst>
            <pc:docMk/>
            <pc:sldMk cId="659732792" sldId="368"/>
            <ac:spMk id="3" creationId="{98A2508C-F6EE-CBC9-27E9-3A856D1216D2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3:49:10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1 127 5063 0 0,'2'-3'50'0'0,"1"0"0"0"0,-1 0 0 0 0,1 0-1 0 0,0 1 1 0 0,0-1 0 0 0,0 1 0 0 0,0-1 0 0 0,5-1-1 0 0,31-15-213 0 0,-29 15 380 0 0,8-3 46 0 0,0 1 0 0 0,1 0 0 0 0,0 1-1 0 0,0 1 1 0 0,20-1 0 0 0,99-1 718 0 0,-15 2-413 0 0,-107 3-481 0 0,181-14 1109 0 0,1 14 122 0 0,222 12 97 0 0,-107 2 47 0 0,-104-2-2320 0 0,73 2 612 0 0,158 4 886 0 0,343-15 22 0 0,-103-1-204 0 0,12 8-297 0 0,-302-4-102 0 0,-179-2-53 0 0,980-3 62 0 0,-452-25-67 0 0,-135-8 12 0 0,-144 12 196 0 0,-329 15-76 0 0,181-2 195 0 0,5 0-94 0 0,186 7-244 0 0,-342 4 52 0 0,-62-1-38 0 0,0 5 1 0 0,122 25-1 0 0,-195-27-780 0 0,0 2 0 0 0,-1 1-1 0 0,0 1 1 0 0,-1 1 0 0 0,24 13-1 0 0,-14-4-4118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3:50:54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1 919 0 0,'2'1'80'0'0,"0"-1"-80"0"0,-1 2 0 0 0,1-2 0 0 0,-1 1 0 0 0,1-1 0 0 0,1 2 0 0 0,0 1 0 0 0,2 2 120 0 0,1 0-24 0 0,-1 1 0 0 0,0-1 8 0 0,-2-2-104 0 0,0-2 88 0 0,-1-1-88 0 0,1-3 96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3:50:54.3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8 3679 0 0,'-2'-3'160'0'0,"0"0"40"0"0,1 1-200 0 0,1 4 0 0 0,-2 0 128 0 0,2-1-24 0 0,-1 4 0 0 0,-2 0-1848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3:50:55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 2095 0 0,'3'-2'96'0'0,"-1"1"16"0"0,1-1-112 0 0,0 2 0 0 0,-1-2 0 0 0,0 2 0 0 0,1 0 0 0 0,1-1 0 0 0,3 1 0 0 0,2-2 0 0 0,2 1 0 0 0,2-1 0 0 0,-2 2 0 0 0,0-2 0 0 0,1-1 0 0 0,-1-2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3:50:55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38 455 0 0,'6'-30'2304'0'0,"-5"30"-2294"0"0,-1 0-1 0 0,0 0 0 0 0,0 0 0 0 0,0-1 0 0 0,0 1 0 0 0,0 0 1 0 0,0 0-1 0 0,0-1 0 0 0,0 1 0 0 0,0 0 0 0 0,0 0 1 0 0,0-1-1 0 0,0 1 0 0 0,0 0 0 0 0,0 0 0 0 0,0-1 0 0 0,0 1 1 0 0,0 0-1 0 0,0 0 0 0 0,-1-1 0 0 0,1 1 0 0 0,0 0 0 0 0,0 0 1 0 0,0 0-1 0 0,0-1 0 0 0,0 1 0 0 0,-1 0 0 0 0,1 0 0 0 0,0 0 1 0 0,0-1-1 0 0,0 1 0 0 0,-1 0 0 0 0,1 0 0 0 0,0 0 0 0 0,0 0 1 0 0,0 0-1 0 0,-1 0 0 0 0,1-1 0 0 0,0 1 0 0 0,-1 0 0 0 0,1 0-169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3:50:56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12 1375 0 0,'2'-1'54'0'0,"0"1"0"0"0,0 0-1 0 0,1 0 1 0 0,-1-1 0 0 0,0 1-1 0 0,1 1 1 0 0,2-1-1 0 0,4 0-213 0 0,-12-2-879 0 0,1 1 1063 0 0,1 0 0 0 0,0 1 1 0 0,0-1-1 0 0,0 1 0 0 0,0 0 0 0 0,0-1 1 0 0,-1 1-1 0 0,1 0 0 0 0,0 0 1 0 0,-2 0-1 0 0,2 0-12 0 0,0 0 0 0 0,0 0 0 0 0,-1-1 1 0 0,1 1-1 0 0,0 0 0 0 0,0 0 0 0 0,0-1 1 0 0,0 1-1 0 0,0-1 0 0 0,-2 0 0 0 0,3 1 8 0 0,-2 0 54 0 0,-1 5-49 0 0,2 0-14 0 0,0-4-11 0 0,0 1 0 0 0,0-1 0 0 0,1 1 0 0 0,-1-1 0 0 0,1 1 0 0 0,0-1 0 0 0,-1 1 0 0 0,1 0 0 0 0,0 2-1 0 0,0-3 1 0 0,0-1 0 0 0,0 0 0 0 0,0 1 0 0 0,0-1 0 0 0,0 1 0 0 0,0-1 0 0 0,0 1 0 0 0,1-1 0 0 0,-1 0 0 0 0,0 1 0 0 0,0-1 0 0 0,0 0 0 0 0,1 1 0 0 0,-1-1 0 0 0,0 0 0 0 0,1 1 0 0 0,-1-1 0 0 0,0 0 0 0 0,1 1 0 0 0,0-1 0 0 0,-1 1 0 0 0,1-1 0 0 0,0 0 0 0 0,-1 0 0 0 0,1 1 0 0 0,0-1 0 0 0,0 0 0 0 0,-1 0 0 0 0,1 0 0 0 0,0 0 0 0 0,-1 0 0 0 0,1 0 0 0 0,0 0 0 0 0,0 0 0 0 0,-1 0 0 0 0,1 0 0 0 0,0-1 0 0 0,-1 1 0 0 0,1 0 0 0 0,1-1 0 0 0,4-1 0 0 0,1 0 0 0 0,0 0 0 0 0,-1 0 0 0 0,1 1 0 0 0,13-1 0 0 0,2-1 0 0 0,-17 3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3:54:56.1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28 2759 0 0,'-3'-8'248'0'0,"2"3"-248"0"0,2 4 0 0 0,1 1 0 0 0,-1 0-120 0 0,1-2 16 0 0,3-3 0 0 0,1 2-128 0 0,0 0-24 0 0,4 4-8 0 0,1 3 0 0 0,0 4 264 0 0,-1 1 0 0 0,1 1 0 0 0,0-2 64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3:59:30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1983 0 0,'5'5'120'0'0,"20"23"16"0"0,-24-27-137 0 0,0 1 1 0 0,0-1-1 0 0,0 1 0 0 0,0-1 0 0 0,-1 1 0 0 0,1-1 0 0 0,0 1 0 0 0,-1-1 0 0 0,1 1 1 0 0,-1 0-1 0 0,1-1 0 0 0,-1 1 0 0 0,0 0 0 0 0,0-1 0 0 0,0 1 0 0 0,0 0 0 0 0,0 2 0 0 0,0-4 1 0 0,0 0 0 0 0,0 1 0 0 0,-1-1 0 0 0,1 0 0 0 0,0 0 0 0 0,0 0 0 0 0,0 1 0 0 0,-1-1 0 0 0,1 0 0 0 0,0 0 0 0 0,0 0 0 0 0,0 0 0 0 0,-1 1 0 0 0,1-1 0 0 0,0 0 0 0 0,0 0 0 0 0,-1 0 0 0 0,1 0 0 0 0,0 0 0 0 0,-1 0 0 0 0,1 0 0 0 0,0 0 0 0 0,0 0 0 0 0,-1 0 0 0 0,1 0 0 0 0,0 0 0 0 0,0 0 0 0 0,-1 0 0 0 0,1 0 0 0 0,0 0 0 0 0,0 0 0 0 0,-1 0 0 0 0,1 0 0 0 0,0-1 0 0 0,0 1 0 0 0,-1 0 0 0 0,1 0 0 0 0,0 0 0 0 0,0 0 0 0 0,-1 0 0 0 0,1-1 0 0 0,0 1 0 0 0,0 0 0 0 0,0 0 0 0 0,0 0 0 0 0,-1-1 0 0 0,-2-2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13:59:30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 1983 0 0,'2'-2'9'0'0,"-1"-1"-1"0"0,0 1 0 0 0,0 0 0 0 0,1 0 1 0 0,0 0-1 0 0,-1 1 0 0 0,1-1 0 0 0,0 0 1 0 0,0 1-1 0 0,0-1 0 0 0,0 1 0 0 0,0-1 1 0 0,0 1-1 0 0,0 0 0 0 0,4-2 0 0 0,1 1 1 0 0,-1-1 0 0 0,1 1 0 0 0,0 0 0 0 0,11-2-1 0 0,-12 4-8 0 0,1 0 0 0 0,-1 0 0 0 0,1 0 0 0 0,-1 1 0 0 0,1 0 0 0 0,-1 0 0 0 0,0 1 0 0 0,12 4 0 0 0,-17-6 0 0 0,0 0 0 0 0,0 0 0 0 0,-1 0 0 0 0,1 0 0 0 0,0 1 0 0 0,0-1 0 0 0,-1-1 0 0 0,1 1 0 0 0,0 0 0 0 0,0 0 0 0 0,-1 0 0 0 0,1 0 0 0 0,0 0 0 0 0,-1-1 0 0 0,2 1 0 0 0,2-3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094F0E-27A3-2B4C-94C6-E9A5889A75E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9336A-CAFB-AE42-A68F-AA750B551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3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34045D-EEE7-4357-AE42-7377BA6C59F6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234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27100"/>
            <a:ext cx="11988800" cy="4495800"/>
            <a:chOff x="0" y="584"/>
            <a:chExt cx="5664" cy="2832"/>
          </a:xfrm>
        </p:grpSpPr>
        <p:sp>
          <p:nvSpPr>
            <p:cNvPr id="5" name="AutoShape 3"/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" name="AutoShape 5"/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T0" fmla="*/ 0 w 4917"/>
                <a:gd name="T1" fmla="*/ 0 h 1000"/>
                <a:gd name="T2" fmla="*/ 10319 w 4917"/>
                <a:gd name="T3" fmla="*/ -1 h 1000"/>
                <a:gd name="T4" fmla="*/ 11487 w 4917"/>
                <a:gd name="T5" fmla="*/ 1169 h 1000"/>
                <a:gd name="T6" fmla="*/ 10317 w 4917"/>
                <a:gd name="T7" fmla="*/ 2337 h 1000"/>
                <a:gd name="T8" fmla="*/ 0 w 4917"/>
                <a:gd name="T9" fmla="*/ 2337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7"/>
                <a:gd name="T16" fmla="*/ 0 h 1000"/>
                <a:gd name="T17" fmla="*/ 2459 w 4917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7" h="1000">
                  <a:moveTo>
                    <a:pt x="0" y="0"/>
                  </a:moveTo>
                  <a:lnTo>
                    <a:pt x="4417" y="-1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1000"/>
                    <a:pt x="4416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" name="Line 6"/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pic>
        <p:nvPicPr>
          <p:cNvPr id="9" name="Picture 12" descr="Speed_header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067" y="0"/>
            <a:ext cx="11192933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13"/>
          <p:cNvSpPr txBox="1">
            <a:spLocks noChangeArrowheads="1"/>
          </p:cNvSpPr>
          <p:nvPr userDrawn="1"/>
        </p:nvSpPr>
        <p:spPr bwMode="auto">
          <a:xfrm>
            <a:off x="6705600" y="4953000"/>
            <a:ext cx="436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2000" i="1">
                <a:latin typeface="French Script MT" panose="03020402040607040605" pitchFamily="66" charset="0"/>
              </a:rPr>
              <a:t>Dr. Hichem Frigui</a:t>
            </a:r>
            <a:r>
              <a:rPr lang="en-US" altLang="en-US" sz="2000">
                <a:latin typeface="French Script MT" panose="03020402040607040605" pitchFamily="66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11" name="Picture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6"/>
            <a:ext cx="999067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7159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04800" y="1427164"/>
            <a:ext cx="10769600" cy="1609725"/>
          </a:xfrm>
        </p:spPr>
        <p:txBody>
          <a:bodyPr/>
          <a:lstStyle>
            <a:lvl1pPr>
              <a:defRPr sz="6600" b="1">
                <a:latin typeface="Monotype Corsiva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716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422400" y="3441700"/>
            <a:ext cx="7620000" cy="977900"/>
          </a:xfrm>
        </p:spPr>
        <p:txBody>
          <a:bodyPr/>
          <a:lstStyle>
            <a:lvl1pPr marL="0" indent="0">
              <a:buFont typeface="Wingdings" charset="2"/>
              <a:buNone/>
              <a:defRPr sz="4000">
                <a:latin typeface="Times New Roman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71488"/>
          </a:xfrm>
        </p:spPr>
        <p:txBody>
          <a:bodyPr/>
          <a:lstStyle>
            <a:lvl1pPr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H. Frigui</a:t>
            </a:r>
          </a:p>
        </p:txBody>
      </p:sp>
      <p:sp>
        <p:nvSpPr>
          <p:cNvPr id="13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53163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Deep Learning: Final Project</a:t>
            </a:r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844800" cy="4714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A56CE-D295-4289-9162-62C913C1AD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464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69" y="249238"/>
            <a:ext cx="9321800" cy="91440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2238"/>
            <a:ext cx="10769600" cy="4703762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1625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H. Frigui</a:t>
            </a:r>
            <a:endParaRPr lang="en-US" dirty="0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Deep Learning: Final Project</a:t>
            </a:r>
            <a:endParaRPr lang="en-US" dirty="0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FC384-8024-4EC0-96E2-51744F7340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6499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H. Frigui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Deep Learning: Final Project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FD7A0A-DC4B-4079-9261-87C2822416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1687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5181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181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H. Frigui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Deep Learning: Final Project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32B-E012-4E0A-A511-C5CCB07327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162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H. Frigui</a:t>
            </a:r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Deep Learning: Final Project</a:t>
            </a: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AC0E5-C1A3-4B80-912D-9B3E4325F1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3396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H. Frigui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Deep Learning: Final Project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697479-1FDA-4A55-9E81-FC2632C184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0367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H. Frigui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Deep Learning: Final Project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5A4482-4AD0-4078-988E-B1CD27715A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8312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H. Frigui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Deep Learning: Final Project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EE76A-0F63-4DFA-A9CC-8457986D33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606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H. Frigui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Deep Learning: Final Project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17C4CE-FB55-4750-9100-AD82864C32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140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H. Frigui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Deep Learning: Final Project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FC8A7E-5FE4-4A52-866F-05BCEE346D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2116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00018" y="228600"/>
            <a:ext cx="2779183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351" y="228600"/>
            <a:ext cx="8136467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H. Frigui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Deep Learning: Final Project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D7C025-EE9D-4349-8016-62BD4452AC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3161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52" y="228600"/>
            <a:ext cx="10687049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51816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1816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H. Frigui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Deep Learning: Final Project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F14FEF-3F06-4F41-A50F-3D6D8131CF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617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260352" y="228600"/>
            <a:ext cx="11118849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H. Frigui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Deep Learning: Final Project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9ACF9-08A0-4ACC-BF47-A67ECCBE99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27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152400"/>
            <a:ext cx="11582400" cy="6096000"/>
            <a:chOff x="0" y="96"/>
            <a:chExt cx="5472" cy="3840"/>
          </a:xfrm>
        </p:grpSpPr>
        <p:sp>
          <p:nvSpPr>
            <p:cNvPr id="1034" name="AutoShape 3"/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5" name="AutoShape 4"/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T0" fmla="*/ 0 w 7000"/>
                <a:gd name="T1" fmla="*/ 0 h 1000"/>
                <a:gd name="T2" fmla="*/ 1334 w 7000"/>
                <a:gd name="T3" fmla="*/ -1 h 1000"/>
                <a:gd name="T4" fmla="*/ 1436 w 7000"/>
                <a:gd name="T5" fmla="*/ 103 h 1000"/>
                <a:gd name="T6" fmla="*/ 1333 w 7000"/>
                <a:gd name="T7" fmla="*/ 205 h 1000"/>
                <a:gd name="T8" fmla="*/ 0 w 7000"/>
                <a:gd name="T9" fmla="*/ 205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0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500" y="-1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1000"/>
                    <a:pt x="6499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036" name="Line 5"/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60352" y="228600"/>
            <a:ext cx="10687049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600200"/>
            <a:ext cx="10566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76136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67871" y="6324600"/>
            <a:ext cx="128088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600" i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/>
              <a:t>H. Frigui</a:t>
            </a:r>
            <a:endParaRPr lang="en-US" dirty="0"/>
          </a:p>
        </p:txBody>
      </p:sp>
      <p:sp>
        <p:nvSpPr>
          <p:cNvPr id="176137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918857" y="6324600"/>
            <a:ext cx="395514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/>
              <a:t>Deep Learning: Final Project</a:t>
            </a:r>
            <a:endParaRPr lang="en-US" dirty="0"/>
          </a:p>
        </p:txBody>
      </p:sp>
      <p:sp>
        <p:nvSpPr>
          <p:cNvPr id="176138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69600" y="6324600"/>
            <a:ext cx="102144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793EC298-F42B-488C-B0E6-9E6507A756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3" name="Picture 16" descr="UL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0158" y="114300"/>
            <a:ext cx="651041" cy="262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5175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Times New Roman" panose="02020603050405020304" pitchFamily="18" charset="0"/>
          <a:ea typeface="MS PGothic" panose="020B0600070205080204" pitchFamily="34" charset="-128"/>
          <a:cs typeface="Times New Roman" panose="02020603050405020304" pitchFamily="18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  <a:cs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charset="2"/>
        <a:buChar char="l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charset="2"/>
        <a:buChar char="l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charset="2"/>
        <a:buChar char="l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charset="2"/>
        <a:buChar char="l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Deep Learning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</a:rPr>
              <a:t>H. Frigui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</a:rPr>
              <a:t>Deep Learning: Final Project</a:t>
            </a: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1C4181A2-F8CA-448A-9445-801D74CF5BD4}" type="slidenum">
              <a:rPr lang="en-US" altLang="en-US" sz="1200">
                <a:solidFill>
                  <a:srgbClr val="000000"/>
                </a:solidFill>
                <a:latin typeface="Arial Black" panose="020B0A040201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</a:t>
            </a:fld>
            <a:endParaRPr lang="en-US" altLang="en-US" sz="120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25600" y="1466572"/>
            <a:ext cx="8654141" cy="2708434"/>
          </a:xfrm>
          <a:prstGeom prst="rect">
            <a:avLst/>
          </a:prstGeom>
          <a:solidFill>
            <a:schemeClr val="accent1"/>
          </a:solidFill>
          <a:scene3d>
            <a:camera prst="orthographicFront"/>
            <a:lightRig rig="threePt" dir="t"/>
          </a:scene3d>
          <a:sp3d extrusionH="6350">
            <a:bevelT w="177800" h="177800" prst="artDeco"/>
            <a:bevelB w="69850"/>
          </a:sp3d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000" b="1" dirty="0">
              <a:solidFill>
                <a:srgbClr val="FF0000"/>
              </a:solidFill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Final Project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100" b="1" dirty="0">
              <a:solidFill>
                <a:srgbClr val="FF0000"/>
              </a:solidFill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  <a:defRPr/>
            </a:pPr>
            <a:r>
              <a:rPr lang="en-US" sz="28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Requirements</a:t>
            </a:r>
          </a:p>
          <a:p>
            <a:pPr marL="457200" indent="-4572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  <a:defRPr/>
            </a:pPr>
            <a:r>
              <a:rPr lang="en-US" sz="28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Timeline</a:t>
            </a:r>
          </a:p>
          <a:p>
            <a:pPr marL="457200" indent="-4572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  <a:defRPr/>
            </a:pPr>
            <a:r>
              <a:rPr lang="en-US" sz="280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Final Report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322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F32F3-E2BF-4EE9-ABE0-5DAFBE1BB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99B68-9D55-44A2-8D73-4E7E918C5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Object recognition using RGB and InfraRed images (for Autonomous Driving)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DE9E3-09A2-458A-9475-02FC750DC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H. Frigui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89A11-70C7-4FD6-B3F7-A01BF162C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Deep Learning: Final Project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B89CF-E0AD-4CAF-8F3A-EAA07CF6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6FC384-8024-4EC0-96E2-51744F73404D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53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6465-DC70-F28F-3433-0F393753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6D154-5B01-26D4-7861-3B6FAE564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Parts 1 and 2 were due April 12</a:t>
            </a:r>
          </a:p>
          <a:p>
            <a:r>
              <a:rPr lang="en-US" dirty="0"/>
              <a:t>You do not need to duplicate those results in your final report</a:t>
            </a:r>
          </a:p>
          <a:p>
            <a:r>
              <a:rPr lang="en-US" dirty="0"/>
              <a:t>Your selected best models (RGB and IR), from part 1, should be used as your starting point for this second part of the project.</a:t>
            </a:r>
          </a:p>
          <a:p>
            <a:r>
              <a:rPr lang="en-US" dirty="0"/>
              <a:t>Their results (Accuracy, F1 measure, etc..) should be used to compare with new models in this second part.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C4430-C16C-DC45-0162-CCCC2506E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H. Frigui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4D3EA-73C9-3F52-8170-748B0D4CE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Deep Learning: Final Project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339DF-CEA7-6405-7049-90ED9D89C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6FC384-8024-4EC0-96E2-51744F73404D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7847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D90B0-8C02-108D-A20B-3B13AAEB2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FAC54-DB11-4427-F753-5B7D1AD3D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Requirements: Part 3 – Transfer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43703-8DC9-0D92-6F07-1D05D0D2D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 this to the RGB data only</a:t>
            </a:r>
          </a:p>
          <a:p>
            <a:pPr lvl="1"/>
            <a:r>
              <a:rPr lang="en-US" sz="1600" dirty="0"/>
              <a:t>Build a network that uses the VGG16 </a:t>
            </a:r>
            <a:r>
              <a:rPr lang="en-US" sz="1600" dirty="0" err="1"/>
              <a:t>conv_base</a:t>
            </a:r>
            <a:r>
              <a:rPr lang="en-US" sz="1600" dirty="0"/>
              <a:t> and extends it by 2 Dense layers on top. Initialize your </a:t>
            </a:r>
            <a:r>
              <a:rPr lang="en-US" sz="1600" dirty="0" err="1"/>
              <a:t>conv_base</a:t>
            </a:r>
            <a:r>
              <a:rPr lang="en-US" sz="1600" dirty="0"/>
              <a:t> model with the pretrained VGG16. </a:t>
            </a:r>
          </a:p>
          <a:p>
            <a:pPr lvl="2"/>
            <a:r>
              <a:rPr lang="en-US" sz="1600" dirty="0"/>
              <a:t>Experiment with freezing blocks at 3 different levels   </a:t>
            </a:r>
          </a:p>
          <a:p>
            <a:pPr lvl="2"/>
            <a:r>
              <a:rPr lang="en-US" sz="1600" dirty="0"/>
              <a:t>Train the network (end to end) using the provided training data.</a:t>
            </a:r>
          </a:p>
          <a:p>
            <a:pPr lvl="2"/>
            <a:r>
              <a:rPr lang="en-US" sz="1600" dirty="0"/>
              <a:t>Generate FOUR PLOTS in ONE figure:</a:t>
            </a:r>
          </a:p>
          <a:p>
            <a:pPr lvl="4">
              <a:buClr>
                <a:srgbClr val="C00000"/>
              </a:buClr>
              <a:buSzPct val="70000"/>
            </a:pPr>
            <a:r>
              <a:rPr lang="en-US" sz="1600" dirty="0"/>
              <a:t>The frozen blocks option in the x-axis</a:t>
            </a:r>
          </a:p>
          <a:p>
            <a:pPr lvl="4">
              <a:buClr>
                <a:srgbClr val="C00000"/>
              </a:buClr>
              <a:buSzPct val="70000"/>
            </a:pPr>
            <a:r>
              <a:rPr lang="en-US" sz="1600" dirty="0"/>
              <a:t>The y-axis of the first two plots should be the training and validation accuracies of each model</a:t>
            </a:r>
          </a:p>
          <a:p>
            <a:pPr lvl="4">
              <a:buClr>
                <a:srgbClr val="C00000"/>
              </a:buClr>
              <a:buSzPct val="70000"/>
            </a:pPr>
            <a:r>
              <a:rPr lang="en-US" sz="1600" dirty="0"/>
              <a:t>The y-axis of the last two plots should be the training and validation F1 measure of each model</a:t>
            </a:r>
          </a:p>
          <a:p>
            <a:pPr lvl="4">
              <a:buClr>
                <a:srgbClr val="C00000"/>
              </a:buClr>
              <a:buSzPct val="70000"/>
            </a:pPr>
            <a:r>
              <a:rPr lang="en-US" sz="1600" dirty="0"/>
              <a:t>The 4 plots should be generated with different colors, and the legend must be included in the figure</a:t>
            </a:r>
          </a:p>
          <a:p>
            <a:pPr marL="571500" indent="-457200">
              <a:buClr>
                <a:srgbClr val="C00000"/>
              </a:buClr>
              <a:buSzPct val="110000"/>
            </a:pPr>
            <a:r>
              <a:rPr lang="en-US" sz="2800" dirty="0"/>
              <a:t>Compare the best option from the above (transfer learning with VGG16) to the best RGB model from part 1.</a:t>
            </a:r>
          </a:p>
          <a:p>
            <a:pPr marL="1371600" lvl="3" indent="0">
              <a:buClr>
                <a:srgbClr val="C00000"/>
              </a:buClr>
              <a:buSzPct val="110000"/>
              <a:buNone/>
            </a:pP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63FFE-8950-EFBE-88D3-EB0340F1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H. Frigui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5EA99-DE44-E1ED-C39F-D7EF9744E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Deep Learning: Final Project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72BF2-A926-E292-766B-6F2599C05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6FC384-8024-4EC0-96E2-51744F73404D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8CE1107-9A01-F82B-DCEB-B11AB2D220C7}"/>
                  </a:ext>
                </a:extLst>
              </p14:cNvPr>
              <p14:cNvContentPartPr/>
              <p14:nvPr/>
            </p14:nvContentPartPr>
            <p14:xfrm>
              <a:off x="5279923" y="1099920"/>
              <a:ext cx="3725640" cy="45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8CE1107-9A01-F82B-DCEB-B11AB2D220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73803" y="1093800"/>
                <a:ext cx="373788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35948BDF-5882-6C57-9298-6386680E0B3D}"/>
              </a:ext>
            </a:extLst>
          </p:cNvPr>
          <p:cNvGrpSpPr/>
          <p:nvPr/>
        </p:nvGrpSpPr>
        <p:grpSpPr>
          <a:xfrm>
            <a:off x="4712923" y="2755560"/>
            <a:ext cx="174240" cy="43200"/>
            <a:chOff x="4712923" y="2755560"/>
            <a:chExt cx="174240" cy="4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A26CC6B-AB46-B69E-8378-2488C934CD30}"/>
                    </a:ext>
                  </a:extLst>
                </p14:cNvPr>
                <p14:cNvContentPartPr/>
                <p14:nvPr/>
              </p14:nvContentPartPr>
              <p14:xfrm>
                <a:off x="4712923" y="2755560"/>
                <a:ext cx="17640" cy="12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A26CC6B-AB46-B69E-8378-2488C934CD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06803" y="2749440"/>
                  <a:ext cx="298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74F7BA-C890-FF6D-58FC-376ACEE24056}"/>
                    </a:ext>
                  </a:extLst>
                </p14:cNvPr>
                <p14:cNvContentPartPr/>
                <p14:nvPr/>
              </p14:nvContentPartPr>
              <p14:xfrm>
                <a:off x="4882843" y="2783640"/>
                <a:ext cx="4320" cy="5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74F7BA-C890-FF6D-58FC-376ACEE2405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876723" y="2777520"/>
                  <a:ext cx="165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5A12D3E-867B-5689-6D09-6573BA189B1F}"/>
                    </a:ext>
                  </a:extLst>
                </p14:cNvPr>
                <p14:cNvContentPartPr/>
                <p14:nvPr/>
              </p14:nvContentPartPr>
              <p14:xfrm>
                <a:off x="4721563" y="2790480"/>
                <a:ext cx="38880" cy="8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5A12D3E-867B-5689-6D09-6573BA189B1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15443" y="2784360"/>
                  <a:ext cx="511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0701D30-5D89-62BF-465E-587D31F8C3B8}"/>
                    </a:ext>
                  </a:extLst>
                </p14:cNvPr>
                <p14:cNvContentPartPr/>
                <p14:nvPr/>
              </p14:nvContentPartPr>
              <p14:xfrm>
                <a:off x="4846843" y="2769960"/>
                <a:ext cx="2880" cy="14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0701D30-5D89-62BF-465E-587D31F8C3B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40723" y="2763840"/>
                  <a:ext cx="1512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7B4212A-5C79-6F56-4691-58B2D1B6232A}"/>
                  </a:ext>
                </a:extLst>
              </p14:cNvPr>
              <p14:cNvContentPartPr/>
              <p14:nvPr/>
            </p14:nvContentPartPr>
            <p14:xfrm>
              <a:off x="5942683" y="2748000"/>
              <a:ext cx="36360" cy="140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7B4212A-5C79-6F56-4691-58B2D1B6232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36563" y="2741880"/>
                <a:ext cx="48600" cy="2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950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9AADF-AB9B-C143-AA8E-2B451A5E4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Requirements: Part 4 – Auto-Encoder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5FE5D-1C68-1EE9-019F-D9E60F9CD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92238"/>
            <a:ext cx="10769600" cy="4883376"/>
          </a:xfrm>
        </p:spPr>
        <p:txBody>
          <a:bodyPr/>
          <a:lstStyle/>
          <a:p>
            <a:r>
              <a:rPr lang="en-US" dirty="0"/>
              <a:t>Apply this to the IR data only</a:t>
            </a:r>
          </a:p>
          <a:p>
            <a:pPr lvl="1"/>
            <a:r>
              <a:rPr lang="en-US" sz="1800" dirty="0"/>
              <a:t>Build a Convolution Auto-Encoder and use it to map IR images to features</a:t>
            </a:r>
          </a:p>
          <a:p>
            <a:pPr lvl="2"/>
            <a:r>
              <a:rPr lang="en-US" sz="1600" dirty="0"/>
              <a:t>Consider at least 6 options for the AE where you vary the number of layers, filters, and dimension of Encoder’s output</a:t>
            </a:r>
          </a:p>
          <a:p>
            <a:pPr lvl="1"/>
            <a:r>
              <a:rPr lang="en-US" sz="1800" dirty="0"/>
              <a:t>Design a two-layer dense network to classify the extracted features.</a:t>
            </a:r>
          </a:p>
          <a:p>
            <a:pPr lvl="2"/>
            <a:r>
              <a:rPr lang="en-US" sz="1600" dirty="0"/>
              <a:t>Consider at least 2 options for the dense network regularization</a:t>
            </a:r>
          </a:p>
          <a:p>
            <a:pPr lvl="1"/>
            <a:r>
              <a:rPr lang="en-US" sz="1800" dirty="0"/>
              <a:t>You will have a total of 12 options</a:t>
            </a:r>
          </a:p>
          <a:p>
            <a:pPr lvl="1"/>
            <a:r>
              <a:rPr lang="en-US" sz="1800" dirty="0"/>
              <a:t>Generate FOUR PLOTS in ONE figure:</a:t>
            </a:r>
          </a:p>
          <a:p>
            <a:pPr lvl="2">
              <a:buClr>
                <a:srgbClr val="C00000"/>
              </a:buClr>
              <a:buSzPct val="70000"/>
            </a:pPr>
            <a:r>
              <a:rPr lang="en-US" sz="1600" dirty="0"/>
              <a:t>The 12 options (labeled) in the x-axis</a:t>
            </a:r>
          </a:p>
          <a:p>
            <a:pPr lvl="2">
              <a:buClr>
                <a:srgbClr val="C00000"/>
              </a:buClr>
              <a:buSzPct val="70000"/>
            </a:pPr>
            <a:r>
              <a:rPr lang="en-US" sz="1600" dirty="0"/>
              <a:t>The y-axis of the first two plots should be the training and validation accuracies of each model</a:t>
            </a:r>
          </a:p>
          <a:p>
            <a:pPr lvl="2">
              <a:buClr>
                <a:srgbClr val="C00000"/>
              </a:buClr>
              <a:buSzPct val="70000"/>
            </a:pPr>
            <a:r>
              <a:rPr lang="en-US" sz="1600" dirty="0"/>
              <a:t>The y-axis of the last two plots should be the training and validation F1 measure of each model</a:t>
            </a:r>
          </a:p>
          <a:p>
            <a:pPr lvl="2">
              <a:buClr>
                <a:srgbClr val="C00000"/>
              </a:buClr>
              <a:buSzPct val="70000"/>
            </a:pPr>
            <a:r>
              <a:rPr lang="en-US" sz="1600" dirty="0"/>
              <a:t>The 4 plots should be generated with different colors, and the legend must be included in the figure</a:t>
            </a:r>
          </a:p>
          <a:p>
            <a:r>
              <a:rPr lang="en-US" dirty="0"/>
              <a:t>Compare the best option from the above (AE) to the best IR model from part 1.</a:t>
            </a:r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1DED2-434D-5186-F7A0-E1358344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H. Frigui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BAEDB-B687-E556-11F3-E26EEE397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Deep Learning: Final Project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FD28A-3466-EF9F-EABE-2774C2FEA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6FC384-8024-4EC0-96E2-51744F73404D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DE3FB0D-0947-CD74-954C-94658C52C42E}"/>
                  </a:ext>
                </a:extLst>
              </p14:cNvPr>
              <p14:cNvContentPartPr/>
              <p14:nvPr/>
            </p14:nvContentPartPr>
            <p14:xfrm>
              <a:off x="3847483" y="3837720"/>
              <a:ext cx="31680" cy="147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DE3FB0D-0947-CD74-954C-94658C52C4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41363" y="3831600"/>
                <a:ext cx="43920" cy="2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3274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64BBF-664E-2D60-BAC2-BF96944B8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Requirements: Part 5 – </a:t>
            </a:r>
            <a:r>
              <a:rPr lang="en-US" sz="3200" dirty="0"/>
              <a:t>Comparison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59F7E-90A4-9555-1CFD-FBC91B898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best options (one for RGB and one for IR (including the results from Part 1))</a:t>
            </a:r>
          </a:p>
          <a:p>
            <a:pPr lvl="1"/>
            <a:r>
              <a:rPr lang="en-US" dirty="0"/>
              <a:t>Identify, display, and analyze at least 2 misclassified samples from each class (if they exist).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800" dirty="0"/>
              <a:t>What are the general scenarios when one sensor is more reliable than the other one.</a:t>
            </a:r>
          </a:p>
          <a:p>
            <a:pPr lvl="1"/>
            <a:r>
              <a:rPr lang="en-US" sz="2000" dirty="0"/>
              <a:t>Identify samples (if any) classified correctly using RGB and incorrectly using IR</a:t>
            </a:r>
          </a:p>
          <a:p>
            <a:pPr lvl="1"/>
            <a:r>
              <a:rPr lang="en-US" sz="2000" dirty="0"/>
              <a:t>Identify samples (if any) classified correctly using IR and incorrectly using RGB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2AF84-E624-8CF8-6B4D-5F2DC09F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H. Frigui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D580B-21E6-4918-4462-2B5C7EC6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Deep Learning: Final Project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4E676-FF32-DB96-63DA-72F71E2E5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6FC384-8024-4EC0-96E2-51744F73404D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3844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DEA9D-ABA5-3A82-15E3-291ED740C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Requirements: Part 6 – </a:t>
            </a:r>
            <a:r>
              <a:rPr lang="en-US" sz="2400" dirty="0"/>
              <a:t>Aiming to maximize performance on blind test data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72A4A-24FF-3AA6-A833-5EB1958EC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Based on your results and analysis, refine your best-performing models to optimize performance on the withheld test data.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E1915-6125-C144-CA9F-CF1E6897C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H. Frigui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50A99-33D9-B118-49BA-F907C0E19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Deep Learning: Final Project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F6622-99D0-A17F-B561-E9A4BDAF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6FC384-8024-4EC0-96E2-51744F73404D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6578799-0E5A-70C0-66EF-34309FF57789}"/>
              </a:ext>
            </a:extLst>
          </p:cNvPr>
          <p:cNvGrpSpPr/>
          <p:nvPr/>
        </p:nvGrpSpPr>
        <p:grpSpPr>
          <a:xfrm>
            <a:off x="4451923" y="923160"/>
            <a:ext cx="58680" cy="55800"/>
            <a:chOff x="4451923" y="923160"/>
            <a:chExt cx="58680" cy="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00B1D9F-9C5D-E67B-01A5-5B89BEFEA223}"/>
                    </a:ext>
                  </a:extLst>
                </p14:cNvPr>
                <p14:cNvContentPartPr/>
                <p14:nvPr/>
              </p14:nvContentPartPr>
              <p14:xfrm>
                <a:off x="4490803" y="954480"/>
                <a:ext cx="14760" cy="24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00B1D9F-9C5D-E67B-01A5-5B89BEFEA22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84683" y="948360"/>
                  <a:ext cx="27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BD65CEB-A3CB-1D4B-F6DB-CEEB6E68E927}"/>
                    </a:ext>
                  </a:extLst>
                </p14:cNvPr>
                <p14:cNvContentPartPr/>
                <p14:nvPr/>
              </p14:nvContentPartPr>
              <p14:xfrm>
                <a:off x="4451923" y="923160"/>
                <a:ext cx="58680" cy="15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BD65CEB-A3CB-1D4B-F6DB-CEEB6E68E92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45803" y="917040"/>
                  <a:ext cx="70920" cy="27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23559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364D-DD13-46A9-8A2F-6D7EC3862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line: Report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99CA4-B4C5-4496-84CF-9490543C2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92238"/>
            <a:ext cx="10893778" cy="4703762"/>
          </a:xfrm>
        </p:spPr>
        <p:txBody>
          <a:bodyPr/>
          <a:lstStyle/>
          <a:p>
            <a:r>
              <a:rPr lang="en-US" dirty="0"/>
              <a:t>Due </a:t>
            </a:r>
            <a:r>
              <a:rPr lang="en-US" dirty="0">
                <a:solidFill>
                  <a:srgbClr val="C00000"/>
                </a:solidFill>
              </a:rPr>
              <a:t>April 24</a:t>
            </a:r>
            <a:r>
              <a:rPr lang="en-US" dirty="0"/>
              <a:t> (</a:t>
            </a:r>
            <a:r>
              <a:rPr lang="en-US" u="sng" dirty="0"/>
              <a:t>no late submission</a:t>
            </a:r>
            <a:r>
              <a:rPr lang="en-US" dirty="0"/>
              <a:t>)</a:t>
            </a:r>
          </a:p>
          <a:p>
            <a:r>
              <a:rPr lang="en-US" sz="2800" dirty="0"/>
              <a:t>Worth </a:t>
            </a:r>
            <a:r>
              <a:rPr lang="en-US" sz="2800" dirty="0">
                <a:solidFill>
                  <a:srgbClr val="C00000"/>
                </a:solidFill>
              </a:rPr>
              <a:t>40 points</a:t>
            </a:r>
            <a:r>
              <a:rPr lang="en-US" sz="2800" dirty="0"/>
              <a:t>, graded based on</a:t>
            </a:r>
          </a:p>
          <a:p>
            <a:pPr lvl="1"/>
            <a:r>
              <a:rPr lang="en-US" sz="2400" dirty="0"/>
              <a:t>Satisfying all requirements</a:t>
            </a:r>
          </a:p>
          <a:p>
            <a:pPr lvl="1"/>
            <a:r>
              <a:rPr lang="en-US" sz="2400" dirty="0"/>
              <a:t>Experiments, results, considered options, etc.</a:t>
            </a:r>
          </a:p>
          <a:p>
            <a:pPr lvl="1"/>
            <a:r>
              <a:rPr lang="en-US" sz="2400" dirty="0"/>
              <a:t>Performance of the classifier (based on validation of the provided data)</a:t>
            </a:r>
          </a:p>
          <a:p>
            <a:pPr lvl="1"/>
            <a:r>
              <a:rPr lang="en-US" sz="2400" dirty="0"/>
              <a:t>Analysis of the results</a:t>
            </a:r>
          </a:p>
          <a:p>
            <a:pPr lvl="2"/>
            <a:r>
              <a:rPr lang="en-US" dirty="0"/>
              <a:t>Visualization of correct samples, confused samples, etc.</a:t>
            </a:r>
          </a:p>
          <a:p>
            <a:pPr lvl="2"/>
            <a:r>
              <a:rPr lang="en-US" dirty="0"/>
              <a:t>Possible justification for misclassified samples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B6792-6DBE-482A-9DF6-C6C7E46E6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H. Frigui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52EDF-B3A9-49DF-8421-C029EBBB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Machine Learning: Final Project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03F1F-A644-44D0-8727-C20BD104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6FC384-8024-4EC0-96E2-51744F73404D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2011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367F-012F-604B-EE88-3EB7C1690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submit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2508C-F6EE-CBC9-27E9-3A856D121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1800" dirty="0"/>
              <a:t>A report (pdf file or MS PPT) that </a:t>
            </a:r>
            <a:endParaRPr lang="en-US" sz="2000" dirty="0"/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Describes</a:t>
            </a:r>
            <a:r>
              <a:rPr lang="en-US" sz="1600" dirty="0"/>
              <a:t> your experiments,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Summarizes</a:t>
            </a:r>
            <a:r>
              <a:rPr lang="en-US" sz="1600" dirty="0"/>
              <a:t>, </a:t>
            </a:r>
            <a:r>
              <a:rPr lang="en-US" sz="1600" b="1" dirty="0"/>
              <a:t>explains </a:t>
            </a:r>
            <a:r>
              <a:rPr lang="en-US" sz="1600" dirty="0"/>
              <a:t>and </a:t>
            </a:r>
            <a:r>
              <a:rPr lang="en-US" sz="1600" b="1" dirty="0"/>
              <a:t>compares</a:t>
            </a:r>
            <a:r>
              <a:rPr lang="en-US" sz="1600" dirty="0"/>
              <a:t> the results (</a:t>
            </a:r>
            <a:r>
              <a:rPr lang="en-US" sz="1600" b="1" dirty="0">
                <a:solidFill>
                  <a:srgbClr val="FF0000"/>
                </a:solidFill>
              </a:rPr>
              <a:t>Required figures, misclassified images, etc.</a:t>
            </a:r>
            <a:r>
              <a:rPr lang="en-US" sz="1600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Results (figures, plots, </a:t>
            </a:r>
            <a:r>
              <a:rPr lang="en-US" sz="1600" dirty="0" err="1"/>
              <a:t>etc</a:t>
            </a:r>
            <a:r>
              <a:rPr lang="en-US" sz="1600" dirty="0"/>
              <a:t>) not included in the report will not be graded!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Identifies the best model for each data.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1800" i="1" dirty="0"/>
              <a:t>Your report needs to be a </a:t>
            </a:r>
            <a:r>
              <a:rPr lang="en-US" sz="1800" b="1" i="1" u="sng" dirty="0"/>
              <a:t>single</a:t>
            </a:r>
            <a:r>
              <a:rPr lang="en-US" sz="1800" i="1" u="sng" dirty="0"/>
              <a:t> file</a:t>
            </a:r>
            <a:r>
              <a:rPr lang="en-US" sz="1800" i="1" dirty="0"/>
              <a:t> (MS PPT or PDF)</a:t>
            </a:r>
            <a:endParaRPr lang="en-US" sz="2000" dirty="0"/>
          </a:p>
          <a:p>
            <a:pPr marL="457200" lvl="0" indent="-457200">
              <a:buFont typeface="+mj-lt"/>
              <a:buAutoNum type="arabicPeriod"/>
            </a:pPr>
            <a:r>
              <a:rPr lang="en-US" sz="1800" i="1" dirty="0"/>
              <a:t>Your report </a:t>
            </a:r>
            <a:r>
              <a:rPr lang="en-US" sz="1800" b="1" i="1" u="sng" dirty="0"/>
              <a:t>cannot exceed (5 pages if pdf file or 10 slides if using PPT)</a:t>
            </a:r>
            <a:r>
              <a:rPr lang="en-US" sz="1800" b="1" i="1" dirty="0"/>
              <a:t> </a:t>
            </a:r>
            <a:r>
              <a:rPr lang="en-US" sz="1800" i="1" dirty="0"/>
              <a:t>using a </a:t>
            </a:r>
            <a:r>
              <a:rPr lang="en-US" sz="1800" i="1" u="sng" dirty="0"/>
              <a:t>font of 12</a:t>
            </a:r>
            <a:endParaRPr lang="en-US" sz="2000" dirty="0"/>
          </a:p>
          <a:p>
            <a:pPr marL="457200" lvl="0" indent="-457200">
              <a:buFont typeface="+mj-lt"/>
              <a:buAutoNum type="arabicPeriod"/>
            </a:pPr>
            <a:r>
              <a:rPr lang="en-US" sz="1800" dirty="0"/>
              <a:t>A video recording of you going over your presentation (no more than 10minutes)</a:t>
            </a:r>
            <a:endParaRPr lang="en-US" sz="2000" dirty="0"/>
          </a:p>
          <a:p>
            <a:pPr lvl="1"/>
            <a:r>
              <a:rPr lang="en-US" sz="1600" dirty="0"/>
              <a:t>First 5 minutes: You go over your Notebook, explain blocks of your code, show how it runs and generates output.</a:t>
            </a:r>
            <a:endParaRPr lang="en-US" sz="1800" dirty="0"/>
          </a:p>
          <a:p>
            <a:pPr lvl="1"/>
            <a:r>
              <a:rPr lang="en-US" sz="1600" dirty="0"/>
              <a:t>Second 5 minutes: You go over your report (described under item 1 above), explain your results, compare the different architectures, etc.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Jupiter notebook (with all source code that can run </a:t>
            </a:r>
            <a:r>
              <a:rPr lang="en-US" sz="1800"/>
              <a:t>independently)</a:t>
            </a:r>
            <a:endParaRPr lang="en-US" sz="1600" dirty="0"/>
          </a:p>
          <a:p>
            <a:pPr lvl="0"/>
            <a:r>
              <a:rPr lang="en-US" sz="2000" b="1" dirty="0">
                <a:solidFill>
                  <a:srgbClr val="FF0000"/>
                </a:solidFill>
              </a:rPr>
              <a:t>No ZIP files</a:t>
            </a:r>
            <a:r>
              <a:rPr lang="en-US" sz="2000" dirty="0"/>
              <a:t>. </a:t>
            </a:r>
          </a:p>
          <a:p>
            <a:pPr lvl="0"/>
            <a:r>
              <a:rPr lang="en-US" sz="2000" dirty="0"/>
              <a:t>Report and Notebook must be uploaded on Blackboard. </a:t>
            </a:r>
          </a:p>
          <a:p>
            <a:pPr lvl="0"/>
            <a:r>
              <a:rPr lang="en-US" sz="2000" dirty="0"/>
              <a:t>Upload a link to the video recording and </a:t>
            </a:r>
            <a:r>
              <a:rPr lang="en-US" sz="2000" b="1" i="1" dirty="0"/>
              <a:t>make sure you give us access to it</a:t>
            </a:r>
            <a:r>
              <a:rPr lang="en-US" sz="2000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1600" dirty="0"/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660F5-30A7-909D-47A7-839005F21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H. Frigui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82FE5-2ECB-04FE-F433-5E14A38B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Deep Learning: Final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4BC53-16D8-BEA5-A76B-BA7E0B32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6FC384-8024-4EC0-96E2-51744F73404D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9732792"/>
      </p:ext>
    </p:extLst>
  </p:cSld>
  <p:clrMapOvr>
    <a:masterClrMapping/>
  </p:clrMapOvr>
</p:sld>
</file>

<file path=ppt/theme/theme1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26356</TotalTime>
  <Words>891</Words>
  <Application>Microsoft Office PowerPoint</Application>
  <PresentationFormat>Widescreen</PresentationFormat>
  <Paragraphs>100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Black</vt:lpstr>
      <vt:lpstr>Calibri</vt:lpstr>
      <vt:lpstr>French Script MT</vt:lpstr>
      <vt:lpstr>Monotype Corsiva</vt:lpstr>
      <vt:lpstr>Times New Roman</vt:lpstr>
      <vt:lpstr>Wingdings</vt:lpstr>
      <vt:lpstr>Radial</vt:lpstr>
      <vt:lpstr>Introduction to Deep Learning</vt:lpstr>
      <vt:lpstr>Objective</vt:lpstr>
      <vt:lpstr>PowerPoint Presentation</vt:lpstr>
      <vt:lpstr>Requirements: Part 3 – Transfer Learning</vt:lpstr>
      <vt:lpstr>Requirements: Part 4 – Auto-Encoder</vt:lpstr>
      <vt:lpstr>Requirements: Part 5 – Comparison &amp; Analysis</vt:lpstr>
      <vt:lpstr>Requirements: Part 6 – Aiming to maximize performance on blind test data </vt:lpstr>
      <vt:lpstr>Time line: Report 2</vt:lpstr>
      <vt:lpstr>What to submit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Algorithms</dc:title>
  <dc:creator>Hichem Frigui</dc:creator>
  <cp:lastModifiedBy>Frigui, Hichem</cp:lastModifiedBy>
  <cp:revision>220</cp:revision>
  <cp:lastPrinted>2021-03-11T01:51:34Z</cp:lastPrinted>
  <dcterms:created xsi:type="dcterms:W3CDTF">2021-01-08T01:17:41Z</dcterms:created>
  <dcterms:modified xsi:type="dcterms:W3CDTF">2026-04-16T01:20:10Z</dcterms:modified>
</cp:coreProperties>
</file>